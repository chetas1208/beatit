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BEATIT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67665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7FAFC"/>
                </a:solidFill>
                <a:latin typeface="Aptos"/>
              </a:rPr>
              <a:t>A cardiac digital twin
that knows what it does not know.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803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6B9CC"/>
                </a:solidFill>
                <a:latin typeface="Aptos"/>
              </a:rPr>
              <a:t>Real evidence in. Deterministic physiology. Explicit uncertainty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658368"/>
            <a:ext cx="3931920" cy="539496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9875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LIVE DEMO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5087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9CC"/>
                </a:solidFill>
                <a:latin typeface="Aptos"/>
              </a:rPr>
              <a:t>REAL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1481328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7FAFC"/>
                </a:solidFill>
                <a:latin typeface="Aptos"/>
              </a:rPr>
              <a:t>One dataset · one person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4414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9CC"/>
                </a:solidFill>
                <a:latin typeface="Aptos"/>
              </a:rPr>
              <a:t>OBSERVED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414016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Never inferred or stitched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37413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9CC"/>
                </a:solidFill>
                <a:latin typeface="Aptos"/>
              </a:rPr>
              <a:t>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3346704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7185"/>
                </a:solidFill>
                <a:latin typeface="Aptos"/>
              </a:rPr>
              <a:t>Shown explicitly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30682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9CC"/>
                </a:solidFill>
                <a:latin typeface="Aptos"/>
              </a:rPr>
              <a:t>MODEL PRIOR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4279392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Labeled, bounded, inspectable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25780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Aptos"/>
              </a:rPr>
              <a:t>The strongest claim is restraint.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9CC"/>
                </a:solidFill>
                <a:latin typeface="Aptos"/>
              </a:rPr>
              <a:t>BEATIT · EDUCATIONAL CARDIAC SIMULATION · NOT A MEDICAL 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THE CLINICAL COMMUNICATION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Cardiac evidence is fragmented. Explanations should not be.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3429000" cy="246888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6148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C"/>
                </a:solidFill>
                <a:latin typeface="Aptos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8529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9CC"/>
                </a:solidFill>
                <a:latin typeface="Aptos"/>
              </a:rPr>
              <a:t>ECG, echo, vitals, reports and labs arrive through different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57400"/>
            <a:ext cx="3429000" cy="246888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2860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6148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C"/>
                </a:solidFill>
                <a:latin typeface="Aptos"/>
              </a:rPr>
              <a:t>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46120"/>
            <a:ext cx="28529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9CC"/>
                </a:solidFill>
                <a:latin typeface="Aptos"/>
              </a:rPr>
              <a:t>Clinicians must connect electrical, structural and hemodynamic signals under time pressure.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057400"/>
            <a:ext cx="3429000" cy="246888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6148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C"/>
                </a:solidFill>
                <a:latin typeface="Aptos"/>
              </a:rP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46120"/>
            <a:ext cx="28529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9CC"/>
                </a:solidFill>
                <a:latin typeface="Aptos"/>
              </a:rPr>
              <a:t>Most AI interfaces blur source evidence, derived values and model assumptions.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46320"/>
            <a:ext cx="10972800" cy="960120"/>
          </a:xfrm>
          <a:prstGeom prst="roundRect">
            <a:avLst/>
          </a:prstGeom>
          <a:solidFill>
            <a:srgbClr val="0A2836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93208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7FAFC"/>
                </a:solidFill>
                <a:latin typeface="Aptos"/>
              </a:rPr>
              <a:t>BeatIT turns fragmented evidence into an inspectable physiological narrative—without crossing into diagnosis or treatment.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9CC"/>
                </a:solidFill>
                <a:latin typeface="Aptos"/>
              </a:rPr>
              <a:t>BEATIT · EDUCATIONAL CARDIAC SIMULATION · NOT A MEDICAL 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One auditable pipeline. Eight specialist agents. Deterministic math.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65960"/>
            <a:ext cx="1938528" cy="1353312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488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1460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FAFC"/>
                </a:solidFill>
                <a:latin typeface="Apto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52928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9CC"/>
                </a:solidFill>
                <a:latin typeface="Aptos"/>
              </a:rPr>
              <a:t>Real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24414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965960"/>
            <a:ext cx="1938528" cy="1353312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1488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1460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FAFC"/>
                </a:solidFill>
                <a:latin typeface="Aptos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852928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9CC"/>
                </a:solidFill>
                <a:latin typeface="Aptos"/>
              </a:rPr>
              <a:t>Source +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7" y="24414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1965960"/>
            <a:ext cx="1938528" cy="1353312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21488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51460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FAFC"/>
                </a:solidFill>
                <a:latin typeface="Aptos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852928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9CC"/>
                </a:solidFill>
                <a:latin typeface="Aptos"/>
              </a:rPr>
              <a:t>Twin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24414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16368" y="1965960"/>
            <a:ext cx="1938528" cy="1353312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1488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51460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FAFC"/>
                </a:solidFill>
                <a:latin typeface="Aptos"/>
              </a:rPr>
              <a:t>SIMULATE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852928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9CC"/>
                </a:solidFill>
                <a:latin typeface="Aptos"/>
              </a:rPr>
              <a:t>Bounded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4414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02368" y="1965960"/>
            <a:ext cx="1938528" cy="1353312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1488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51460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FAFC"/>
                </a:solidFill>
                <a:latin typeface="Aptos"/>
              </a:rP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852928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9CC"/>
                </a:solidFill>
                <a:latin typeface="Aptos"/>
              </a:rPr>
              <a:t>Evidence + uncertainty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886200"/>
            <a:ext cx="2103120" cy="96012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023360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pto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4434840"/>
            <a:ext cx="1773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9CC"/>
                </a:solidFill>
                <a:latin typeface="Aptos"/>
              </a:rPr>
              <a:t>SPECIALIST AGENTS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71800" y="3886200"/>
            <a:ext cx="2103120" cy="96012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36392" y="4023360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ptos"/>
              </a:rPr>
              <a:t>1,331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6392" y="4434840"/>
            <a:ext cx="1773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9CC"/>
                </a:solidFill>
                <a:latin typeface="Aptos"/>
              </a:rPr>
              <a:t>AUTOMATED TESTS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3886200"/>
            <a:ext cx="2103120" cy="96012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22392" y="4023360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ptos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2392" y="4434840"/>
            <a:ext cx="1773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9CC"/>
                </a:solidFill>
                <a:latin typeface="Aptos"/>
              </a:rPr>
              <a:t>SYNTHETIC MEASUREMENTS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3886200"/>
            <a:ext cx="2103120" cy="96012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08392" y="4023360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ptos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4434840"/>
            <a:ext cx="1773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9CC"/>
                </a:solidFill>
                <a:latin typeface="Aptos"/>
              </a:rPr>
              <a:t>CROSS-PATIENT STITCHES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3886200"/>
            <a:ext cx="1828800" cy="96012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94392" y="4023360"/>
            <a:ext cx="14996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ptos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4434840"/>
            <a:ext cx="1499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9CC"/>
                </a:solidFill>
                <a:latin typeface="Aptos"/>
              </a:rPr>
              <a:t>SAFETY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25780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D4BF"/>
                </a:solidFill>
                <a:latin typeface="Aptos"/>
              </a:rPr>
              <a:t>Copilot orchestrates · Weave traces · Redis remembers · the physics core computes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9CC"/>
                </a:solidFill>
                <a:latin typeface="Aptos"/>
              </a:rPr>
              <a:t>BEATIT · EDUCATIONAL CARDIAC SIMULATION · NOT A MEDICAL DEVICE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Two independent real-data heroes. Missing evidence remains missing.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257800" cy="361188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ECG 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4203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Aptos"/>
              </a:rPr>
              <a:t>PTB-XL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9CC"/>
                </a:solidFill>
                <a:latin typeface="Aptos"/>
              </a:rPr>
              <a:t>Real 12-lead ECG · 1,000 samples · diagnostic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OBSERVED  ECG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B7185"/>
                </a:solidFill>
                <a:latin typeface="Aptos"/>
              </a:rPr>
              <a:t>MISSING    Echo · BP · medications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817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FAFC"/>
                </a:solidFill>
                <a:latin typeface="Aptos"/>
              </a:rPr>
              <a:t>Demo moment: BeatIT widens uncertainty instead of inventing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874519"/>
            <a:ext cx="5257800" cy="3611880"/>
          </a:xfrm>
          <a:prstGeom prst="roundRect">
            <a:avLst/>
          </a:prstGeom>
          <a:solidFill>
            <a:srgbClr val="0C1F33"/>
          </a:solidFill>
          <a:ln>
            <a:solidFill>
              <a:srgbClr val="26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1488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CLINICAL HERO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54203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Aptos"/>
              </a:rPr>
              <a:t>UCI Heart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01752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9CC"/>
                </a:solidFill>
                <a:latin typeface="Aptos"/>
              </a:rPr>
              <a:t>Real clinical profile · EF · labs · risk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703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OBSERVED  Clinical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16052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B7185"/>
                </a:solidFill>
                <a:latin typeface="Aptos"/>
              </a:rPr>
              <a:t>MISSING    Raw ECG · raw echo · BP · medications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6817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FAFC"/>
                </a:solidFill>
                <a:latin typeface="Aptos"/>
              </a:rPr>
              <a:t>Demo moment: evidence, derivations and priors remain visually separable.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9CC"/>
                </a:solidFill>
                <a:latin typeface="Aptos"/>
              </a:rPr>
              <a:t>BEATIT · EDUCATIONAL CARDIAC SIMULATION · NOT A MEDICAL 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WHY BEATIT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Scientific restraint becomes a visible product advantage.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783080"/>
            <a:ext cx="5852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C"/>
                </a:solidFill>
                <a:latin typeface="Aptos"/>
              </a:rPr>
              <a:t>Every number carries provenance, confidence and evidence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80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834640"/>
            <a:ext cx="5852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C"/>
                </a:solidFill>
                <a:latin typeface="Aptos"/>
              </a:rPr>
              <a:t>Eight specialists collaborate over one deterministic physiology 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931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DEMO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886200"/>
            <a:ext cx="5852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AFC"/>
                </a:solidFill>
                <a:latin typeface="Aptos"/>
              </a:rPr>
              <a:t>Real ECG and clinical cases load directly; the entire repository gate passes.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600200"/>
            <a:ext cx="2788920" cy="3520440"/>
          </a:xfrm>
          <a:prstGeom prst="roundRect">
            <a:avLst/>
          </a:prstGeom>
          <a:solidFill>
            <a:srgbClr val="0A2836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6B9CC"/>
                </a:solidFill>
                <a:latin typeface="Aptos"/>
              </a:rPr>
              <a:t>THE CLOSE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8552" y="2514600"/>
            <a:ext cx="21945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7FAFC"/>
                </a:solidFill>
                <a:latin typeface="Aptos"/>
              </a:rPr>
              <a:t>“BeatIT does not hallucinate completeness.”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977639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DD4BF"/>
                </a:solidFill>
                <a:latin typeface="Aptos"/>
              </a:rPr>
              <a:t>It shows clinicians exactly what is known, derived, assumed—and missing.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16636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8BDF8"/>
                </a:solidFill>
                <a:latin typeface="Aptos"/>
              </a:rPr>
              <a:t>LET THE EVIDENCE LEAD.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9CC"/>
                </a:solidFill>
                <a:latin typeface="Aptos"/>
              </a:rPr>
              <a:t>BEATIT · EDUCATIONAL CARDIAC SIMULATION · NOT A MEDICAL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BeatIT — Five-Slide Demo</dc:title>
  <dc:subject>Auditable multi-agent cardiac digital twin</dc:subject>
  <dc:creator>BeatIT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